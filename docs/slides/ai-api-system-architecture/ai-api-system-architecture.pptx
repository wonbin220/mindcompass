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0080"/>
            <a:ext cx="11064240" cy="53949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5240">
            <a:solidFill>
              <a:srgbClr val="E8EE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9144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AI SERVER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 Compass ai-api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public API와 분리된 내부 AI orchestration 서버를 기준으로,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 계약, logical data model, 확장 방향을 한 번에 정리한 초안입니다.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0" y="114300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D7F3EE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88352" y="1271016"/>
            <a:ext cx="3328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ai-api role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88352" y="1563624"/>
            <a:ext cx="33284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API 아님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 전용 내부 호출 서버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분석·위험도·답변 생성 담당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223760" y="256032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88352" y="2688336"/>
            <a:ext cx="3328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endpoints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88352" y="2980944"/>
            <a:ext cx="33284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/health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/internal/ai/analyze-diary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/internal/ai/risk-score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/internal/ai/generate-reply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223760" y="397764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88352" y="4105656"/>
            <a:ext cx="3328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architecture rule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88352" y="4398264"/>
            <a:ext cx="33284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app -&gt; backend-api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 -&gt; ai-api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 failure must not break product flow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48640" y="662025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 Compass | ai-api architecture draft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boundary와 internal AI boundary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 Compass는 공개 비즈니스 서버와 내부 AI 서버를 분리하고, mobile app이 ai-api를 직접 호출하지 않도록 설계되어 있습니다.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956816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249424"/>
            <a:ext cx="186537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Diary 작성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Calendar 조회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상담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보기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063240" y="2697480"/>
            <a:ext cx="411480" cy="310896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600200"/>
            <a:ext cx="2880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13223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76472" y="1728216"/>
            <a:ext cx="2551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 (Spring Boot)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76472" y="2020824"/>
            <a:ext cx="255117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API entrypoint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/ JWT / user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diary / calendar / chat / report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persistence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ai client 호출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629400" y="2697480"/>
            <a:ext cx="411480" cy="310896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16002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D7F3EE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42632" y="1728216"/>
            <a:ext cx="23225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 (Spring AI)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42632" y="2020824"/>
            <a:ext cx="232257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analyze-diary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risk-score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generate-reply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orchestration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fallback-safe response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966960" y="2011680"/>
            <a:ext cx="411480" cy="310896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3154680"/>
            <a:ext cx="411480" cy="310896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69880" y="1600200"/>
            <a:ext cx="1005840" cy="1051560"/>
          </a:xfrm>
          <a:prstGeom prst="roundRect">
            <a:avLst>
              <a:gd name="adj" fmla="val 7273"/>
            </a:avLst>
          </a:prstGeom>
          <a:solidFill>
            <a:srgbClr val="FCE7F3"/>
          </a:solidFill>
          <a:ln w="15240">
            <a:solidFill>
              <a:srgbClr val="BE185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634472" y="1728216"/>
            <a:ext cx="676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34472" y="2020824"/>
            <a:ext cx="676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10469880" y="2971800"/>
            <a:ext cx="1005840" cy="137160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634472" y="3099816"/>
            <a:ext cx="676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ai-api-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34472" y="3392424"/>
            <a:ext cx="676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legacy / comparison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serving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51960" y="45262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of truth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11880" y="4709160"/>
            <a:ext cx="288036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2578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규칙: 앱은 항상 backend-api만 호출하고, ai-api는 내부 분석/생성 전용으로 유지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62025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 Compass | ai-api architecture draft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CONTRACTS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 current internal endpoint draft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 기준으로 컨트롤러와 DTO에 존재하는 계약만 정리했습니다. backend-api 연동과 발표 자료의 공통 기준선으로 사용할 수 있습니다.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D7F3EE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819656"/>
            <a:ext cx="21396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/health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112264"/>
            <a:ext cx="21396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점검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response: status, service, runtime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DB/LLM 호출 없음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246120" y="16916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1819656"/>
            <a:ext cx="21396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/internal/ai/analyze-diary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10712" y="2112264"/>
            <a:ext cx="21396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Request: userId, diaryId, content, writtenAt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Response: emotion, intensity, tags, summary, confidence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852160" y="16916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16752" y="1819656"/>
            <a:ext cx="21396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/internal/ai/risk-score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16752" y="2112264"/>
            <a:ext cx="21396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Request: userId, sessionId?, text, sourceType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Response: riskLevel, riskScore, signals, action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458200" y="169164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CE7F3"/>
          </a:solidFill>
          <a:ln w="15240">
            <a:solidFill>
              <a:srgbClr val="BE185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22792" y="1819656"/>
            <a:ext cx="2734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/internal/ai/generate-reply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22792" y="2112264"/>
            <a:ext cx="27340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Request: latest message + history + memorySummary + mode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Response: reply, confidence, responseType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31520" y="3703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fallback rules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02336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analyze-diary: 빈 content면 CALM, 모델 실패 시 규칙 기반 감정 fallback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risk-score: 빈 text면 LOW, 위험 키워드면 HIGH/MEDIUM fallback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generate-reply: 빈 message 또는 모델 실패 시 FALLBACK 문구 반환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원칙: AI 실패가 diary/chat 전체 실패로 번지지 않음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implementation notes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40233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DTO는 string 중심 계약이라 enum/typed contract 확장 여지 있음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RAG/evidence citation은 문서엔 있지만 현재 Spring AI DTO에는 아직 없음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대화 이력은 4개까지만 prompt에 포함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health, analyze, risk, reply 4개가 현재 명세 대상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62025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 Compass | ai-api architecture draft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 FLOWS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Diary와 Chat에서 ai-api가 끼어드는 위치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ai-api라도 diary flow와 chat flow는 역할이 다릅니다. diary는 분석 중심, chat은 safety 선판단 후 reply 생성 중심입니다.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Diary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C8D4E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185416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Mobile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478024"/>
            <a:ext cx="14081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일기 작성 요청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578608" y="2331720"/>
            <a:ext cx="320040" cy="201168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20574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C8D4E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36392" y="218541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backend-api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36392" y="2478024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/ 권한 확인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093208" y="2331720"/>
            <a:ext cx="320040" cy="201168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0574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D7F3EE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50992" y="2185416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ai-api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50992" y="2478024"/>
            <a:ext cx="15910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analyze-diary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risk-score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516368" y="2331720"/>
            <a:ext cx="320040" cy="201168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205740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C8D4E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74152" y="218541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backend-api response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74152" y="2478024"/>
            <a:ext cx="2596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 저장 또는 응답 반영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31520" y="36576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flow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C8D4E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6112" y="4059936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Mobile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" y="4352544"/>
            <a:ext cx="1408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전송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2578608" y="4251960"/>
            <a:ext cx="320040" cy="201168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39319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C8D4E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136392" y="405993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backend-api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136392" y="4352544"/>
            <a:ext cx="16824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메시지 저장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093208" y="4251960"/>
            <a:ext cx="320040" cy="201168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9319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CE7F3"/>
          </a:solidFill>
          <a:ln w="15240">
            <a:solidFill>
              <a:srgbClr val="BE185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50992" y="4059936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ai-api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50992" y="4352544"/>
            <a:ext cx="15910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risk-score 먼저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아니면 generate-reply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7516368" y="4251960"/>
            <a:ext cx="320040" cy="201168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09560" y="39319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C8D4E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074152" y="405993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backend-api response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074152" y="4352544"/>
            <a:ext cx="25968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assistant 메시지 저장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앱에 최종 반환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868680" y="544068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33272" y="5568696"/>
            <a:ext cx="2962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split risk-score first?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33272" y="586130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품질보다 safety 분기를 먼저 결정해야 하기 때문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434840" y="544068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99432" y="5568696"/>
            <a:ext cx="2962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keep backend-api in control?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99432" y="586130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/ 권한 / fallback 응답 책임은 backend-api가 잡아야 하기 때문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8001000" y="544068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D7F3EE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165592" y="5568696"/>
            <a:ext cx="2962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ai-api still matters?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165592" y="586130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전략이 바뀌어도 내부 AI 계약을 한 곳에 유지할 수 있기 때문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548640" y="662025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 Compass | ai-api architecture draft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LOGICAL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 logical ERD at a glance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ai-api가 물리 DB를 크게 쓰지 않더라도, 운영·RAG·평가·추적을 위해 어떤 논리 엔티티가 필요한지 미리 정의해두면 이후 확장이 쉬워집니다.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865376"/>
            <a:ext cx="1773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references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157984"/>
            <a:ext cx="17739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user_reference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diary_reference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chat_session_reference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chat_message_reference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063240" y="17373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D7F3EE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27832" y="1865376"/>
            <a:ext cx="1773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+ model ops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27832" y="2157984"/>
            <a:ext cx="17739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ai_model_config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prompt_template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ai_request_log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486400" y="173736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FCE7F3"/>
          </a:solidFill>
          <a:ln w="15240">
            <a:solidFill>
              <a:srgbClr val="BE185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50992" y="1865376"/>
            <a:ext cx="1911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results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50992" y="2157984"/>
            <a:ext cx="191109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diary_analysis_result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risk_assessment_result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reply_generation_result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11312" y="1865376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Conversation memory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11312" y="2157984"/>
            <a:ext cx="15910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conversation_context_snapshot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10241280" y="1737360"/>
            <a:ext cx="1234440" cy="1600200"/>
          </a:xfrm>
          <a:prstGeom prst="roundRect">
            <a:avLst>
              <a:gd name="adj" fmla="val 5926"/>
            </a:avLst>
          </a:prstGeom>
          <a:solidFill>
            <a:srgbClr val="E4F7EC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405872" y="1865376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store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05872" y="2157984"/>
            <a:ext cx="90525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knowledge_document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knowledge_chunk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embedding_vector_reference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2761488" y="2331720"/>
            <a:ext cx="219456" cy="201168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4648" y="2331720"/>
            <a:ext cx="219456" cy="201168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54112" y="2331720"/>
            <a:ext cx="219456" cy="201168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66960" y="2331720"/>
            <a:ext cx="219456" cy="201168"/>
          </a:xfrm>
          <a:prstGeom prst="chevron">
            <a:avLst/>
          </a:prstGeom>
          <a:solidFill>
            <a:srgbClr val="C8D4E3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749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Relationship summary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06908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user_reference owns diary_reference and chat_session_reference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prompt_template + ai_model_config drive ai_request_log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each ai_request_log produces diary/risk/reply result zero or one time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chat_session_reference can produce many conversation_context_snapshot rows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7490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 boundary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40690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authoritative user, diary, chat raw data stays in backend-api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 should mainly own prompt/model/log/result/retrieval metadata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 values can stay outside PostgreSQL while reference keys remain traceable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logical ERD can exist before physical ai-api DB is finalized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62025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 Compass | ai-api architecture draft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DELIVERY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can be produced before ai-api is fully finished?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명세, logical ERD, 아키텍처 슬라이드는 ai-api 구현 100% 완료 전에도 먼저 만들고, 이후 구현 확정에 맞춰 v0.2로 다듬는 방식이 가장 효율적입니다.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108960" cy="2148840"/>
          </a:xfrm>
          <a:prstGeom prst="roundRect">
            <a:avLst>
              <a:gd name="adj" fmla="val 3404"/>
            </a:avLst>
          </a:prstGeom>
          <a:solidFill>
            <a:srgbClr val="D7F3EE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911096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 do 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203704"/>
            <a:ext cx="277977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API spec draft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logical ERD draft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architecture slides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 ↔ ai-api call map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 responsibility map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911096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Needs later refinement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2203704"/>
            <a:ext cx="305409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OpenAPI strict schema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evidence fields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persistent ai-api storage scope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provider switch detail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monitoring and alerting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321040" y="1783080"/>
            <a:ext cx="3108960" cy="2148840"/>
          </a:xfrm>
          <a:prstGeom prst="roundRect">
            <a:avLst>
              <a:gd name="adj" fmla="val 3404"/>
            </a:avLst>
          </a:prstGeom>
          <a:solidFill>
            <a:srgbClr val="FCE7F3"/>
          </a:solidFill>
          <a:ln w="15240">
            <a:solidFill>
              <a:srgbClr val="BE185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85632" y="1911096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Recommended sequence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85632" y="2203704"/>
            <a:ext cx="277977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Contract draft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Logical ERD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Architecture deck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ai-api implementation hardening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spec / deck update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ai-api completion 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5577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usable 수준: internal contract 정리 + fallback + backend-api integration + tests 기준 약 5~10 작업일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발표/문서/운영 준비까지 포함: 약 1.5~3주 범위가 안전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4B5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현재처럼 문서 초안을 먼저 고정하면 구현 변경이 있어도 수정 범위가 좁아짐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4480560"/>
            <a:ext cx="452628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470916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message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ai-api가 100% 끝나지 않아도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명세·ERD·아키텍처 자료는 지금 먼저 만드는 게 맞다.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62025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 Compass | ai-api architecture draft |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Mind Compass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 Compass ai-api System Architecture</dc:title>
  <dc:subject>ai-api system architecture</dc:subject>
  <dc:creator>OpenAI Codex</dc:creator>
  <cp:lastModifiedBy>OpenAI Codex</cp:lastModifiedBy>
  <cp:revision>1</cp:revision>
  <dcterms:created xsi:type="dcterms:W3CDTF">2026-03-28T11:25:19Z</dcterms:created>
  <dcterms:modified xsi:type="dcterms:W3CDTF">2026-03-28T11:25:19Z</dcterms:modified>
</cp:coreProperties>
</file>